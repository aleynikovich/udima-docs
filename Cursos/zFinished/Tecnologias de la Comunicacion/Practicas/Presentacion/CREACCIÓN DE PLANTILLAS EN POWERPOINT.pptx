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66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3" r:id="rId4"/>
    <p:sldId id="268" r:id="rId5"/>
    <p:sldId id="269" r:id="rId6"/>
    <p:sldId id="270" r:id="rId7"/>
    <p:sldId id="258" r:id="rId8"/>
    <p:sldId id="259" r:id="rId9"/>
    <p:sldId id="260" r:id="rId10"/>
    <p:sldId id="261" r:id="rId11"/>
    <p:sldId id="262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5394" autoAdjust="0"/>
  </p:normalViewPr>
  <p:slideViewPr>
    <p:cSldViewPr snapToGrid="0">
      <p:cViewPr>
        <p:scale>
          <a:sx n="125" d="100"/>
          <a:sy n="125" d="100"/>
        </p:scale>
        <p:origin x="-1980" y="-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CB8FB-F3FE-4050-8D66-D7761E05C18C}" type="datetimeFigureOut">
              <a:rPr lang="es-ES" smtClean="0"/>
              <a:t>12/12/2018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Tecnologías de la Información y de la Comunicación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71E61-10A8-44F6-8745-104AA8CA763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0032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7AA84-6195-4582-BE25-633065E78A8D}" type="datetimeFigureOut">
              <a:rPr lang="es-ES" smtClean="0"/>
              <a:t>12/12/2018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Tecnologías de la Información y de la Comunicación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FF3A3-D70E-4974-9216-F8068576929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4034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EFF3A3-D70E-4974-9216-F8068576929B}" type="slidenum">
              <a:rPr lang="es-ES" smtClean="0"/>
              <a:t>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</p:spTree>
    <p:extLst>
      <p:ext uri="{BB962C8B-B14F-4D97-AF65-F5344CB8AC3E}">
        <p14:creationId xmlns:p14="http://schemas.microsoft.com/office/powerpoint/2010/main" val="2110820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EFF3A3-D70E-4974-9216-F8068576929B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</p:spTree>
    <p:extLst>
      <p:ext uri="{BB962C8B-B14F-4D97-AF65-F5344CB8AC3E}">
        <p14:creationId xmlns:p14="http://schemas.microsoft.com/office/powerpoint/2010/main" val="713742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EFF3A3-D70E-4974-9216-F8068576929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9720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1582DC86-29D0-43F6-A7AF-DCCD2016CE01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805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98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132ECA2C-FD61-4922-B897-2D8A995B43AE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473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889137A4-9AC2-4A93-B961-47208AE7BF35}" type="datetime1">
              <a:rPr lang="es-ES" smtClean="0"/>
              <a:t>12/12/2018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548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5EEA3F89-2880-4C41-8879-A486B7DF294B}" type="datetime1">
              <a:rPr lang="es-ES" smtClean="0"/>
              <a:t>12/12/2018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642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AD758EE6-C9FE-4D89-8938-4EDB209577E1}" type="datetime1">
              <a:rPr lang="es-ES" smtClean="0"/>
              <a:t>12/12/2018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508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E94C4247-91DB-4554-86DD-CF39A77C0A93}" type="datetime1">
              <a:rPr lang="es-ES" smtClean="0"/>
              <a:t>12/12/2018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301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3D7627EF-C875-486B-883F-1284FF2F4046}" type="datetime1">
              <a:rPr lang="es-ES" smtClean="0"/>
              <a:t>12/12/2018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592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FBB29D8B-21F1-4927-8151-08C74837396C}" type="datetime1">
              <a:rPr lang="es-ES" smtClean="0"/>
              <a:t>12/12/2018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03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A1AD2D7B-FB2E-45A3-909E-4E3034BC01C3}" type="datetime1">
              <a:rPr lang="es-ES" smtClean="0"/>
              <a:t>12/12/2018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152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3408FBB1-6352-42FE-BB51-00B498AA2B72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8466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CECBF98C-137E-4192-B381-89F871C4D2D8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246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9535CFCD-E3D5-4A7D-94E7-70BBE64CCC34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0958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B8B4E3BD-27A9-4168-8D36-8ED6F1D02748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54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66E30264-D7DF-496F-A2CF-156CC76364D0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7232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45574511-5345-4B99-8083-67D16234D72C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5522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/>
          <a:lstStyle/>
          <a:p>
            <a:fld id="{9F480BC1-9052-4384-A297-FF0A78284E95}" type="datetime1">
              <a:rPr lang="es-ES" smtClean="0"/>
              <a:t>12/12/2018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632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7625" y="6477208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s-ES"/>
              <a:t>Tecnologías de la Información y de la Comunicación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6470087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C181FA-B8FA-4D24-BE62-ECA1EA15685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857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  <p:sldLayoutId id="2147484078" r:id="rId12"/>
    <p:sldLayoutId id="2147484079" r:id="rId13"/>
    <p:sldLayoutId id="2147484080" r:id="rId14"/>
    <p:sldLayoutId id="2147484081" r:id="rId15"/>
    <p:sldLayoutId id="2147484082" r:id="rId16"/>
    <p:sldLayoutId id="2147484083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953316" y="842186"/>
            <a:ext cx="8574622" cy="2616199"/>
          </a:xfrm>
        </p:spPr>
        <p:txBody>
          <a:bodyPr>
            <a:normAutofit fontScale="90000"/>
          </a:bodyPr>
          <a:lstStyle/>
          <a:p>
            <a:r>
              <a:rPr lang="es-ES" dirty="0"/>
              <a:t>CREACCIÓN DE PLANTILLAS EN POWERPOINT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551236" y="5469466"/>
            <a:ext cx="6987645" cy="1388534"/>
          </a:xfrm>
        </p:spPr>
        <p:txBody>
          <a:bodyPr/>
          <a:lstStyle/>
          <a:p>
            <a:r>
              <a:rPr lang="es-ES" dirty="0"/>
              <a:t>Curso de Tecnologías de la Información y de la Comunicación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37515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INTEGRANTES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15944" y="2171342"/>
            <a:ext cx="10018713" cy="3124201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ÁLVARO FERNÁNDEZ PALOMINO</a:t>
            </a:r>
          </a:p>
          <a:p>
            <a:endParaRPr lang="es-ES" dirty="0"/>
          </a:p>
          <a:p>
            <a:r>
              <a:rPr lang="es-ES" dirty="0"/>
              <a:t>MAURO PULCINI</a:t>
            </a:r>
          </a:p>
          <a:p>
            <a:endParaRPr lang="es-ES" dirty="0"/>
          </a:p>
          <a:p>
            <a:r>
              <a:rPr lang="es-ES" dirty="0"/>
              <a:t>FRANCISCO MIGUEL GONZÁLEZ FERNANDE</a:t>
            </a:r>
          </a:p>
          <a:p>
            <a:endParaRPr lang="es-ES" dirty="0"/>
          </a:p>
          <a:p>
            <a:r>
              <a:rPr lang="es-ES" dirty="0"/>
              <a:t>ALEXANDER SEBASTIAN KALIS</a:t>
            </a:r>
          </a:p>
        </p:txBody>
      </p:sp>
    </p:spTree>
    <p:extLst>
      <p:ext uri="{BB962C8B-B14F-4D97-AF65-F5344CB8AC3E}">
        <p14:creationId xmlns:p14="http://schemas.microsoft.com/office/powerpoint/2010/main" val="171800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¿Qué es una plantilla de PowerPoint?</a:t>
            </a:r>
          </a:p>
          <a:p>
            <a:r>
              <a:rPr lang="es-ES" dirty="0"/>
              <a:t>¿Qué se puede incluir en una plantilla?</a:t>
            </a:r>
          </a:p>
          <a:p>
            <a:r>
              <a:rPr lang="es-ES" dirty="0"/>
              <a:t>¿Cuál es la diferencia entre plantilla y tema de PowerPoint?</a:t>
            </a:r>
          </a:p>
          <a:p>
            <a:r>
              <a:rPr lang="es-ES" dirty="0"/>
              <a:t>PLANTILLA PARA POWERPOINT 2013-1016</a:t>
            </a:r>
          </a:p>
          <a:p>
            <a:r>
              <a:rPr lang="es-ES" dirty="0"/>
              <a:t>DISEÑO DE PLANTILLA 2013-2106</a:t>
            </a:r>
          </a:p>
          <a:p>
            <a:r>
              <a:rPr lang="es-ES" dirty="0"/>
              <a:t>CONFIGURACIÓN PLANTILLA</a:t>
            </a:r>
          </a:p>
          <a:p>
            <a:r>
              <a:rPr lang="es-ES" dirty="0"/>
              <a:t>GUARDAR PLANTILLA</a:t>
            </a:r>
          </a:p>
          <a:p>
            <a:r>
              <a:rPr lang="es-ES" dirty="0"/>
              <a:t>CONLCUSIÓN</a:t>
            </a: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4294967295"/>
          </p:nvPr>
        </p:nvSpPr>
        <p:spPr>
          <a:xfrm>
            <a:off x="3110666" y="6378935"/>
            <a:ext cx="7084177" cy="365125"/>
          </a:xfrm>
        </p:spPr>
        <p:txBody>
          <a:bodyPr/>
          <a:lstStyle/>
          <a:p>
            <a:r>
              <a:rPr lang="es-ES" dirty="0"/>
              <a:t>Tecnologías de la Información y de la Comunicación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4294967295"/>
          </p:nvPr>
        </p:nvSpPr>
        <p:spPr>
          <a:xfrm>
            <a:off x="11011678" y="6492875"/>
            <a:ext cx="551167" cy="365125"/>
          </a:xfrm>
        </p:spPr>
        <p:txBody>
          <a:bodyPr/>
          <a:lstStyle/>
          <a:p>
            <a:r>
              <a:rPr lang="es-E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1723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una plantilla de PowerPoint?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308847" y="2610398"/>
            <a:ext cx="460616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j-lt"/>
              </a:rPr>
              <a:t>Una plantilla de PowerPoint es una trama o un plano de una diapositiva o un grupo de diapositivas que se guardan como un archivo .</a:t>
            </a:r>
            <a:r>
              <a:rPr lang="es-ES" sz="2000" dirty="0" err="1">
                <a:latin typeface="+mj-lt"/>
              </a:rPr>
              <a:t>potx</a:t>
            </a:r>
            <a:r>
              <a:rPr lang="es-ES" sz="2000" dirty="0">
                <a:latin typeface="+mj-lt"/>
              </a:rPr>
              <a:t>. </a:t>
            </a:r>
          </a:p>
          <a:p>
            <a:r>
              <a:rPr lang="es-ES" sz="2000" dirty="0">
                <a:latin typeface="+mj-lt"/>
              </a:rPr>
              <a:t>Las plantillas pueden contener diseños, colores para temas, fuentes de tema, efectos de tema, estilos de fondo y contenido.</a:t>
            </a:r>
          </a:p>
          <a:p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460" y="3001862"/>
            <a:ext cx="5524500" cy="2619375"/>
          </a:xfrm>
          <a:prstGeom prst="rect">
            <a:avLst/>
          </a:prstGeom>
        </p:spPr>
      </p:pic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393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9258289" cy="706964"/>
          </a:xfrm>
        </p:spPr>
        <p:txBody>
          <a:bodyPr/>
          <a:lstStyle/>
          <a:p>
            <a:r>
              <a:rPr lang="es-ES" dirty="0"/>
              <a:t>¿Qué se puede incluir en una plantilla?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457575" y="1735664"/>
            <a:ext cx="5337362" cy="163121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000" b="1" dirty="0">
                <a:solidFill>
                  <a:srgbClr val="2F2F2F"/>
                </a:solidFill>
                <a:latin typeface="+mj-lt"/>
                <a:cs typeface="Segoe UI" panose="020B0502040204020203" pitchFamily="34" charset="0"/>
              </a:rPr>
              <a:t>1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j-lt"/>
                <a:cs typeface="Segoe UI" panose="020B0502040204020203" pitchFamily="34" charset="0"/>
              </a:rPr>
              <a:t>Contenido de asunto específico  , como certificado de aprovechamiento, fútbol y la imagen de balón de fútbol. Este texto o contenido suele solo puede editar el patrón de diapositivas.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AutoShape 4" descr="Componentes de una plantilla"/>
          <p:cNvSpPr>
            <a:spLocks noChangeAspect="1" noChangeArrowheads="1"/>
          </p:cNvSpPr>
          <p:nvPr/>
        </p:nvSpPr>
        <p:spPr bwMode="auto">
          <a:xfrm>
            <a:off x="538163" y="-34890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791" y="2700665"/>
            <a:ext cx="3810000" cy="25622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4186804" y="2448184"/>
            <a:ext cx="3661866" cy="193899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j-lt"/>
                <a:cs typeface="Segoe UI" panose="020B0502040204020203" pitchFamily="34" charset="0"/>
              </a:rPr>
              <a:t>2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j-lt"/>
                <a:cs typeface="Segoe UI" panose="020B0502040204020203" pitchFamily="34" charset="0"/>
              </a:rPr>
              <a:t> formato del fondo, como imágenes, textura, color de relleno sólido o degradado y transparencia. Este ejemplo muestra el fondo de relleno sólido azul claro.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2401978" y="3112392"/>
            <a:ext cx="3203820" cy="224676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j-lt"/>
                <a:cs typeface="Segoe UI" panose="020B0502040204020203" pitchFamily="34" charset="0"/>
              </a:rPr>
              <a:t>3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j-lt"/>
                <a:cs typeface="Segoe UI" panose="020B0502040204020203" pitchFamily="34" charset="0"/>
              </a:rPr>
              <a:t> colores, fuentes, efectos (3D, líneas, rellenos, sombras, etc.) y elementos de diseño de tema (como los efectos de color y un degradado dentro de la palabra fútbol).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4453247" y="4255631"/>
            <a:ext cx="4767163" cy="224676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j-lt"/>
                <a:cs typeface="Segoe UI" panose="020B0502040204020203" pitchFamily="34" charset="0"/>
              </a:rPr>
              <a:t>4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2F2F2F"/>
                </a:solidFill>
                <a:effectLst/>
                <a:latin typeface="+mj-lt"/>
                <a:cs typeface="Segoe UI" panose="020B0502040204020203" pitchFamily="34" charset="0"/>
              </a:rPr>
              <a:t> texto marcadores de posición que permite a las personas escribir información exclusiva para personalizar la diapositiva para sus propias necesidades, como nombre del Reproductor, de coach, fecha de la presentación y cualquier variable, como el año.</a:t>
            </a:r>
          </a:p>
        </p:txBody>
      </p:sp>
      <p:sp>
        <p:nvSpPr>
          <p:cNvPr id="13" name="Marcador de pie de página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14" name="Marcador de número de diapositiva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2041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604 0.00255 L -0.7164 -0.0020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518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-1.33268 -0.0032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641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375 7.40741E-7 L -1.56823 0.0009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99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9" grpId="1"/>
      <p:bldP spid="10" grpId="0"/>
      <p:bldP spid="10" grpId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s-ES" dirty="0"/>
              <a:t>¿Cuál es la diferencia entre plantilla y tema de PowerPoint?</a:t>
            </a: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4</a:t>
            </a:r>
          </a:p>
        </p:txBody>
      </p:sp>
      <p:pic>
        <p:nvPicPr>
          <p:cNvPr id="1027" name="Picture 3" descr="The preset Dividend theme">
            <a:extLst>
              <a:ext uri="{FF2B5EF4-FFF2-40B4-BE49-F238E27FC236}">
                <a16:creationId xmlns:a16="http://schemas.microsoft.com/office/drawing/2014/main" id="{45368045-41D8-4553-9E08-AC5040B10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385" y="3781612"/>
            <a:ext cx="2178671" cy="123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preset Feather theme">
            <a:extLst>
              <a:ext uri="{FF2B5EF4-FFF2-40B4-BE49-F238E27FC236}">
                <a16:creationId xmlns:a16="http://schemas.microsoft.com/office/drawing/2014/main" id="{563D6147-31FF-48FD-8FDC-4617790B4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386" y="2545820"/>
            <a:ext cx="2178670" cy="123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The preset Slice theme">
            <a:extLst>
              <a:ext uri="{FF2B5EF4-FFF2-40B4-BE49-F238E27FC236}">
                <a16:creationId xmlns:a16="http://schemas.microsoft.com/office/drawing/2014/main" id="{822C695E-4F85-49CD-B542-54C8FBFA2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96" y="3768275"/>
            <a:ext cx="2181550" cy="123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preset Parcel theme">
            <a:extLst>
              <a:ext uri="{FF2B5EF4-FFF2-40B4-BE49-F238E27FC236}">
                <a16:creationId xmlns:a16="http://schemas.microsoft.com/office/drawing/2014/main" id="{F482266E-2BD0-46FB-A2ED-7D8175BEE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14" y="2545821"/>
            <a:ext cx="2178672" cy="123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F40FAA-9B97-497B-8A54-551A175CF588}"/>
              </a:ext>
            </a:extLst>
          </p:cNvPr>
          <p:cNvSpPr txBox="1"/>
          <p:nvPr/>
        </p:nvSpPr>
        <p:spPr>
          <a:xfrm>
            <a:off x="838200" y="5014025"/>
            <a:ext cx="4253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misma diapositiva con distintos temas. Los temas solamente afectan la estética de la diapositiva.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0B65A-DC59-4D03-8AD0-A965DAD31765}"/>
              </a:ext>
            </a:extLst>
          </p:cNvPr>
          <p:cNvSpPr txBox="1"/>
          <p:nvPr/>
        </p:nvSpPr>
        <p:spPr>
          <a:xfrm>
            <a:off x="6096000" y="2438399"/>
            <a:ext cx="4855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Las plantillas, aunque también van acompañadas por su tema, tienen una estructura predefinida y su objetivo es adaptarse a la situación en la que sea necesaria:</a:t>
            </a:r>
          </a:p>
        </p:txBody>
      </p:sp>
      <p:pic>
        <p:nvPicPr>
          <p:cNvPr id="1032" name="Picture 8" descr="Resultado de imagen para business power point">
            <a:extLst>
              <a:ext uri="{FF2B5EF4-FFF2-40B4-BE49-F238E27FC236}">
                <a16:creationId xmlns:a16="http://schemas.microsoft.com/office/drawing/2014/main" id="{C16F4E43-6C69-4110-98F3-09CA42F2C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509" y="3654879"/>
            <a:ext cx="2664419" cy="209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power point template">
            <a:extLst>
              <a:ext uri="{FF2B5EF4-FFF2-40B4-BE49-F238E27FC236}">
                <a16:creationId xmlns:a16="http://schemas.microsoft.com/office/drawing/2014/main" id="{1F776881-3A01-4098-A025-2AAE0956D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907" y="3560391"/>
            <a:ext cx="2281756" cy="228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578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PLANTILLA PARA POWERPOINT 2013-2016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0" y="1896035"/>
            <a:ext cx="10018713" cy="1259542"/>
          </a:xfrm>
        </p:spPr>
        <p:txBody>
          <a:bodyPr/>
          <a:lstStyle/>
          <a:p>
            <a:r>
              <a:rPr lang="es-ES" dirty="0"/>
              <a:t>Abrir una presentación en blanco e ir a la pestaña Vista-&gt;Patrón de diapositivas</a:t>
            </a:r>
          </a:p>
        </p:txBody>
      </p:sp>
      <p:pic>
        <p:nvPicPr>
          <p:cNvPr id="5" name="Marcador de contenido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615" y="3422865"/>
            <a:ext cx="9613900" cy="1472767"/>
          </a:xfrm>
          <a:prstGeom prst="rect">
            <a:avLst/>
          </a:prstGeom>
        </p:spPr>
      </p:pic>
      <p:sp>
        <p:nvSpPr>
          <p:cNvPr id="9" name="Marcador de pie de página 8"/>
          <p:cNvSpPr>
            <a:spLocks noGrp="1"/>
          </p:cNvSpPr>
          <p:nvPr>
            <p:ph type="ftr" sz="quarter" idx="4294967295"/>
          </p:nvPr>
        </p:nvSpPr>
        <p:spPr>
          <a:xfrm>
            <a:off x="2572279" y="6498576"/>
            <a:ext cx="7084177" cy="365125"/>
          </a:xfrm>
        </p:spPr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4294967295"/>
          </p:nvPr>
        </p:nvSpPr>
        <p:spPr>
          <a:xfrm>
            <a:off x="10951856" y="6482432"/>
            <a:ext cx="551167" cy="365125"/>
          </a:xfrm>
        </p:spPr>
        <p:txBody>
          <a:bodyPr/>
          <a:lstStyle/>
          <a:p>
            <a:r>
              <a:rPr lang="es-E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6366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PLANTILLA PARA POWERPOINT 2013-2016</a:t>
            </a:r>
          </a:p>
        </p:txBody>
      </p:sp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Aquí podemos ver las diferentes</a:t>
            </a:r>
          </a:p>
          <a:p>
            <a:pPr marL="0" indent="0">
              <a:buNone/>
            </a:pPr>
            <a:r>
              <a:rPr lang="es-ES" dirty="0"/>
              <a:t> plantillas que podemos elegir dependiendo </a:t>
            </a:r>
          </a:p>
          <a:p>
            <a:pPr marL="0" indent="0">
              <a:buNone/>
            </a:pPr>
            <a:r>
              <a:rPr lang="es-ES" dirty="0"/>
              <a:t>de lo que necesitemos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pic>
        <p:nvPicPr>
          <p:cNvPr id="10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802" y="2023489"/>
            <a:ext cx="2650270" cy="4231029"/>
          </a:xfrm>
          <a:prstGeom prst="rect">
            <a:avLst/>
          </a:prstGeom>
        </p:spPr>
      </p:pic>
      <p:sp>
        <p:nvSpPr>
          <p:cNvPr id="8" name="Marcador de pie de página 7"/>
          <p:cNvSpPr>
            <a:spLocks noGrp="1"/>
          </p:cNvSpPr>
          <p:nvPr>
            <p:ph type="ftr" sz="quarter" idx="4294967295"/>
          </p:nvPr>
        </p:nvSpPr>
        <p:spPr>
          <a:xfrm>
            <a:off x="2572279" y="6507122"/>
            <a:ext cx="7084177" cy="365125"/>
          </a:xfrm>
        </p:spPr>
        <p:txBody>
          <a:bodyPr/>
          <a:lstStyle/>
          <a:p>
            <a:r>
              <a:rPr lang="es-ES" dirty="0"/>
              <a:t>Tecnologías de la Información y de la Comunicación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4294967295"/>
          </p:nvPr>
        </p:nvSpPr>
        <p:spPr>
          <a:xfrm>
            <a:off x="10951856" y="6490978"/>
            <a:ext cx="551167" cy="365125"/>
          </a:xfrm>
        </p:spPr>
        <p:txBody>
          <a:bodyPr/>
          <a:lstStyle/>
          <a:p>
            <a:r>
              <a:rPr lang="es-E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2345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 DE PLANTILLA 2013-2106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realizar cambios en el patrón de </a:t>
            </a:r>
          </a:p>
          <a:p>
            <a:pPr marL="0" indent="0">
              <a:buNone/>
            </a:pPr>
            <a:r>
              <a:rPr lang="es-ES" dirty="0"/>
              <a:t>diapositivas o en los diseños de diapositiva, </a:t>
            </a:r>
          </a:p>
          <a:p>
            <a:pPr marL="0" indent="0">
              <a:buNone/>
            </a:pPr>
            <a:r>
              <a:rPr lang="es-ES" dirty="0"/>
              <a:t>dentro de Patrón de diapositivas tenemos la</a:t>
            </a:r>
          </a:p>
          <a:p>
            <a:pPr marL="0" indent="0">
              <a:buNone/>
            </a:pPr>
            <a:r>
              <a:rPr lang="es-ES" dirty="0"/>
              <a:t>opción de agregar diferentes temas, colores,</a:t>
            </a:r>
          </a:p>
          <a:p>
            <a:pPr marL="0" indent="0">
              <a:buNone/>
            </a:pPr>
            <a:r>
              <a:rPr lang="es-ES" dirty="0"/>
              <a:t>fuentes, efectos…</a:t>
            </a:r>
          </a:p>
        </p:txBody>
      </p:sp>
      <p:pic>
        <p:nvPicPr>
          <p:cNvPr id="8" name="Marcador de contenido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314" y="2061126"/>
            <a:ext cx="3182676" cy="4049955"/>
          </a:xfrm>
          <a:prstGeom prst="rect">
            <a:avLst/>
          </a:prstGeom>
        </p:spPr>
      </p:pic>
      <p:sp>
        <p:nvSpPr>
          <p:cNvPr id="9" name="Marcador de pie de página 8"/>
          <p:cNvSpPr>
            <a:spLocks noGrp="1"/>
          </p:cNvSpPr>
          <p:nvPr>
            <p:ph type="ftr" sz="quarter" idx="4294967295"/>
          </p:nvPr>
        </p:nvSpPr>
        <p:spPr>
          <a:xfrm>
            <a:off x="2572279" y="6507120"/>
            <a:ext cx="7084177" cy="365125"/>
          </a:xfrm>
        </p:spPr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4294967295"/>
          </p:nvPr>
        </p:nvSpPr>
        <p:spPr>
          <a:xfrm>
            <a:off x="10951856" y="6490976"/>
            <a:ext cx="551167" cy="365125"/>
          </a:xfrm>
        </p:spPr>
        <p:txBody>
          <a:bodyPr/>
          <a:lstStyle/>
          <a:p>
            <a:r>
              <a:rPr lang="es-E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8194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 DE PLANTILLA 2013-2106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1484311" y="1232067"/>
            <a:ext cx="10018713" cy="3124201"/>
          </a:xfrm>
        </p:spPr>
        <p:txBody>
          <a:bodyPr/>
          <a:lstStyle/>
          <a:p>
            <a:r>
              <a:rPr lang="es-ES" dirty="0"/>
              <a:t>Si queremos cambiar el fondo tenemos que ir a Estilo de fondo y seleccionar un fondo</a:t>
            </a:r>
          </a:p>
          <a:p>
            <a:endParaRPr lang="es-ES" dirty="0"/>
          </a:p>
        </p:txBody>
      </p:sp>
      <p:pic>
        <p:nvPicPr>
          <p:cNvPr id="6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911" y="3149935"/>
            <a:ext cx="4201111" cy="2943636"/>
          </a:xfrm>
          <a:prstGeom prst="rect">
            <a:avLst/>
          </a:prstGeom>
        </p:spPr>
      </p:pic>
      <p:sp>
        <p:nvSpPr>
          <p:cNvPr id="9" name="Marcador de pie de página 8"/>
          <p:cNvSpPr>
            <a:spLocks noGrp="1"/>
          </p:cNvSpPr>
          <p:nvPr>
            <p:ph type="ftr" sz="quarter" idx="4294967295"/>
          </p:nvPr>
        </p:nvSpPr>
        <p:spPr>
          <a:xfrm>
            <a:off x="2572279" y="6498576"/>
            <a:ext cx="7084177" cy="365125"/>
          </a:xfrm>
        </p:spPr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4294967295"/>
          </p:nvPr>
        </p:nvSpPr>
        <p:spPr>
          <a:xfrm>
            <a:off x="10951856" y="6482432"/>
            <a:ext cx="551167" cy="365125"/>
          </a:xfrm>
        </p:spPr>
        <p:txBody>
          <a:bodyPr/>
          <a:lstStyle/>
          <a:p>
            <a:r>
              <a:rPr lang="es-E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8524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 DE PLANTILLA 2013-2106</a:t>
            </a:r>
          </a:p>
        </p:txBody>
      </p:sp>
      <p:sp>
        <p:nvSpPr>
          <p:cNvPr id="7" name="Marcador de contenido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Para agregar un marcador de posición </a:t>
            </a:r>
          </a:p>
          <a:p>
            <a:pPr marL="0" indent="0">
              <a:buNone/>
            </a:pPr>
            <a:r>
              <a:rPr lang="es-ES" dirty="0"/>
              <a:t>tenemos que seleccionar el diseño de </a:t>
            </a:r>
          </a:p>
          <a:p>
            <a:pPr marL="0" indent="0">
              <a:buNone/>
            </a:pPr>
            <a:r>
              <a:rPr lang="es-ES" dirty="0"/>
              <a:t>diapositiva donde queremos colocar el </a:t>
            </a:r>
          </a:p>
          <a:p>
            <a:pPr marL="0" indent="0">
              <a:buNone/>
            </a:pPr>
            <a:r>
              <a:rPr lang="es-ES" dirty="0"/>
              <a:t>marcador de posición y darle a insertar </a:t>
            </a:r>
          </a:p>
          <a:p>
            <a:pPr marL="0" indent="0">
              <a:buNone/>
            </a:pPr>
            <a:r>
              <a:rPr lang="es-ES" dirty="0"/>
              <a:t>marcador de posición, a continuación</a:t>
            </a:r>
          </a:p>
          <a:p>
            <a:pPr marL="0" indent="0">
              <a:buNone/>
            </a:pPr>
            <a:r>
              <a:rPr lang="es-ES" dirty="0"/>
              <a:t> seleccionar el tipo de marcador que </a:t>
            </a:r>
          </a:p>
          <a:p>
            <a:pPr marL="0" indent="0">
              <a:buNone/>
            </a:pPr>
            <a:r>
              <a:rPr lang="es-ES" dirty="0"/>
              <a:t>queremos agregar</a:t>
            </a:r>
          </a:p>
        </p:txBody>
      </p:sp>
      <p:pic>
        <p:nvPicPr>
          <p:cNvPr id="9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643" y="2512218"/>
            <a:ext cx="3771954" cy="35988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8" name="Marcador de pie de página 7"/>
          <p:cNvSpPr>
            <a:spLocks noGrp="1"/>
          </p:cNvSpPr>
          <p:nvPr>
            <p:ph type="ftr" sz="quarter" idx="4294967295"/>
          </p:nvPr>
        </p:nvSpPr>
        <p:spPr>
          <a:xfrm>
            <a:off x="2572279" y="6513195"/>
            <a:ext cx="7084177" cy="365125"/>
          </a:xfrm>
        </p:spPr>
        <p:txBody>
          <a:bodyPr/>
          <a:lstStyle/>
          <a:p>
            <a:r>
              <a:rPr lang="es-ES" dirty="0"/>
              <a:t>Tecnologías de la Información y de la Comunicación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4294967295"/>
          </p:nvPr>
        </p:nvSpPr>
        <p:spPr>
          <a:xfrm>
            <a:off x="10951856" y="6497051"/>
            <a:ext cx="551167" cy="365125"/>
          </a:xfrm>
        </p:spPr>
        <p:txBody>
          <a:bodyPr/>
          <a:lstStyle/>
          <a:p>
            <a:r>
              <a:rPr lang="es-E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896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/>
              <a:t>CONFIGURACIÓN PLANTILLA</a:t>
            </a:r>
            <a:br>
              <a:rPr lang="es-ES" dirty="0"/>
            </a:b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Para configurar la orientación de la </a:t>
            </a:r>
          </a:p>
          <a:p>
            <a:pPr marL="0" indent="0">
              <a:buNone/>
            </a:pPr>
            <a:r>
              <a:rPr lang="es-ES" dirty="0"/>
              <a:t>página para todas las diapositivas de </a:t>
            </a:r>
          </a:p>
          <a:p>
            <a:pPr marL="0" indent="0">
              <a:buNone/>
            </a:pPr>
            <a:r>
              <a:rPr lang="es-ES" dirty="0"/>
              <a:t>la presentación tenemos que ir a </a:t>
            </a:r>
          </a:p>
          <a:p>
            <a:pPr marL="0" indent="0">
              <a:buNone/>
            </a:pPr>
            <a:r>
              <a:rPr lang="es-ES" dirty="0"/>
              <a:t>Tamaño de diapositiva -&gt; Personalizar</a:t>
            </a:r>
          </a:p>
          <a:p>
            <a:pPr marL="0" indent="0">
              <a:buNone/>
            </a:pPr>
            <a:r>
              <a:rPr lang="es-ES" dirty="0"/>
              <a:t> tamaño de diapositiva.</a:t>
            </a:r>
          </a:p>
          <a:p>
            <a:pPr marL="0" indent="0">
              <a:buNone/>
            </a:pPr>
            <a:r>
              <a:rPr lang="es-ES" dirty="0"/>
              <a:t> Dentro podemos elegir entre</a:t>
            </a:r>
          </a:p>
          <a:p>
            <a:pPr marL="0" indent="0">
              <a:buNone/>
            </a:pPr>
            <a:r>
              <a:rPr lang="es-ES" dirty="0"/>
              <a:t> orientación vertical u horizontal</a:t>
            </a:r>
          </a:p>
        </p:txBody>
      </p:sp>
      <p:pic>
        <p:nvPicPr>
          <p:cNvPr id="6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436" y="2603500"/>
            <a:ext cx="4115623" cy="35988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9" name="Marcador de pie de página 8"/>
          <p:cNvSpPr>
            <a:spLocks noGrp="1"/>
          </p:cNvSpPr>
          <p:nvPr>
            <p:ph type="ftr" sz="quarter" idx="4294967295"/>
          </p:nvPr>
        </p:nvSpPr>
        <p:spPr>
          <a:xfrm>
            <a:off x="2572279" y="6513195"/>
            <a:ext cx="7084177" cy="365125"/>
          </a:xfrm>
        </p:spPr>
        <p:txBody>
          <a:bodyPr/>
          <a:lstStyle/>
          <a:p>
            <a:r>
              <a:rPr lang="es-ES" dirty="0"/>
              <a:t>Tecnologías de la Información y de la Comunicación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4294967295"/>
          </p:nvPr>
        </p:nvSpPr>
        <p:spPr>
          <a:xfrm>
            <a:off x="10951856" y="6497051"/>
            <a:ext cx="551167" cy="365125"/>
          </a:xfrm>
        </p:spPr>
        <p:txBody>
          <a:bodyPr/>
          <a:lstStyle/>
          <a:p>
            <a:r>
              <a:rPr lang="es-E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3572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/>
              <a:t>GUARDAR PLANTILLA</a:t>
            </a:r>
            <a:br>
              <a:rPr lang="es-ES" dirty="0"/>
            </a:b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Solo tenemos que seleccionar </a:t>
            </a:r>
          </a:p>
          <a:p>
            <a:pPr marL="0" indent="0">
              <a:buNone/>
            </a:pPr>
            <a:r>
              <a:rPr lang="es-ES" dirty="0"/>
              <a:t>Guardar como y a continuación </a:t>
            </a:r>
          </a:p>
          <a:p>
            <a:pPr marL="0" indent="0">
              <a:buNone/>
            </a:pPr>
            <a:r>
              <a:rPr lang="es-ES" dirty="0"/>
              <a:t>darle el nombre que le queramos</a:t>
            </a:r>
          </a:p>
          <a:p>
            <a:pPr marL="0" indent="0">
              <a:buNone/>
            </a:pPr>
            <a:r>
              <a:rPr lang="es-ES" dirty="0"/>
              <a:t>asignar y seleccionar en la ruta </a:t>
            </a:r>
          </a:p>
          <a:p>
            <a:pPr marL="0" indent="0">
              <a:buNone/>
            </a:pPr>
            <a:r>
              <a:rPr lang="es-ES" dirty="0"/>
              <a:t>que deseemos </a:t>
            </a:r>
          </a:p>
        </p:txBody>
      </p:sp>
      <p:pic>
        <p:nvPicPr>
          <p:cNvPr id="6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249" y="2603500"/>
            <a:ext cx="4425312" cy="35988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9" name="Marcador de pie de página 8"/>
          <p:cNvSpPr>
            <a:spLocks noGrp="1"/>
          </p:cNvSpPr>
          <p:nvPr>
            <p:ph type="ftr" sz="quarter" idx="4294967295"/>
          </p:nvPr>
        </p:nvSpPr>
        <p:spPr>
          <a:xfrm>
            <a:off x="2572279" y="6513195"/>
            <a:ext cx="7084177" cy="365125"/>
          </a:xfrm>
        </p:spPr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4294967295"/>
          </p:nvPr>
        </p:nvSpPr>
        <p:spPr>
          <a:xfrm>
            <a:off x="10951856" y="6497051"/>
            <a:ext cx="551167" cy="365125"/>
          </a:xfrm>
        </p:spPr>
        <p:txBody>
          <a:bodyPr/>
          <a:lstStyle/>
          <a:p>
            <a:r>
              <a:rPr lang="es-E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6332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La creación de plantillas es algo sencillo que puede hacer cualquier usuario, fácil de aprender y es bastante útil a la hora de realizar presentaciones.</a:t>
            </a:r>
          </a:p>
          <a:p>
            <a:pPr marL="0" indent="0">
              <a:buNone/>
            </a:pPr>
            <a:r>
              <a:rPr lang="es-ES" dirty="0"/>
              <a:t>Además, puedes diseñarlo y modificarlo a tu gusto dependiendo de la finalidad para lo quieras.</a:t>
            </a:r>
          </a:p>
          <a:p>
            <a:pPr marL="0" indent="0">
              <a:buNone/>
            </a:pPr>
            <a:r>
              <a:rPr lang="es-ES" dirty="0"/>
              <a:t>Es una buena herramienta que tenemos que tener en cuenta.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4294967295"/>
          </p:nvPr>
        </p:nvSpPr>
        <p:spPr>
          <a:xfrm>
            <a:off x="2572279" y="6492875"/>
            <a:ext cx="7084177" cy="365125"/>
          </a:xfrm>
        </p:spPr>
        <p:txBody>
          <a:bodyPr/>
          <a:lstStyle/>
          <a:p>
            <a:r>
              <a:rPr lang="es-ES"/>
              <a:t>Tecnologías de la Información y de la Comunicación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4294967295"/>
          </p:nvPr>
        </p:nvSpPr>
        <p:spPr>
          <a:xfrm>
            <a:off x="10951856" y="6476731"/>
            <a:ext cx="551167" cy="365125"/>
          </a:xfrm>
        </p:spPr>
        <p:txBody>
          <a:bodyPr/>
          <a:lstStyle/>
          <a:p>
            <a:r>
              <a:rPr lang="es-E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21085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FIN DE LA PRESENTACIÓN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369" y="2667000"/>
            <a:ext cx="5128600" cy="3124200"/>
          </a:xfrm>
        </p:spPr>
      </p:pic>
      <p:sp>
        <p:nvSpPr>
          <p:cNvPr id="8" name="Marcador de pie de página 7"/>
          <p:cNvSpPr>
            <a:spLocks noGrp="1"/>
          </p:cNvSpPr>
          <p:nvPr>
            <p:ph type="ftr" sz="quarter" idx="4294967295"/>
          </p:nvPr>
        </p:nvSpPr>
        <p:spPr>
          <a:xfrm>
            <a:off x="2582348" y="6492785"/>
            <a:ext cx="7084177" cy="365125"/>
          </a:xfrm>
        </p:spPr>
        <p:txBody>
          <a:bodyPr/>
          <a:lstStyle/>
          <a:p>
            <a:r>
              <a:rPr lang="es-ES" dirty="0"/>
              <a:t>Tecnologías de la Información y de la Comunicación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4294967295"/>
          </p:nvPr>
        </p:nvSpPr>
        <p:spPr>
          <a:xfrm>
            <a:off x="10961925" y="6476641"/>
            <a:ext cx="551167" cy="365125"/>
          </a:xfrm>
        </p:spPr>
        <p:txBody>
          <a:bodyPr/>
          <a:lstStyle/>
          <a:p>
            <a:r>
              <a:rPr lang="es-E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80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323</TotalTime>
  <Words>605</Words>
  <Application>Microsoft Office PowerPoint</Application>
  <PresentationFormat>Widescreen</PresentationFormat>
  <Paragraphs>106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Corbel</vt:lpstr>
      <vt:lpstr>Parallax</vt:lpstr>
      <vt:lpstr>CREACCIÓN DE PLANTILLAS EN POWERPOINT</vt:lpstr>
      <vt:lpstr>INTEGRANTES </vt:lpstr>
      <vt:lpstr>INTRODUCCIÓN</vt:lpstr>
      <vt:lpstr>¿Qué es una plantilla de PowerPoint?</vt:lpstr>
      <vt:lpstr>¿Qué se puede incluir en una plantilla?</vt:lpstr>
      <vt:lpstr>¿Cuál es la diferencia entre plantilla y tema de PowerPoint?</vt:lpstr>
      <vt:lpstr>PLANTILLA PARA POWERPOINT 2013-2016</vt:lpstr>
      <vt:lpstr>PLANTILLA PARA POWERPOINT 2013-2016</vt:lpstr>
      <vt:lpstr>DISEÑO DE PLANTILLA 2013-2106</vt:lpstr>
      <vt:lpstr>DISEÑO DE PLANTILLA 2013-2106</vt:lpstr>
      <vt:lpstr>DISEÑO DE PLANTILLA 2013-2106</vt:lpstr>
      <vt:lpstr> CONFIGURACIÓN PLANTILLA </vt:lpstr>
      <vt:lpstr> GUARDAR PLANTILLA </vt:lpstr>
      <vt:lpstr>CONCLUSIÓN</vt:lpstr>
      <vt:lpstr>FIN DE LA PRESENTACIÓN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CREACCIÓN DE PLANTILLAS EN POWERPOINT</dc:title>
  <dc:creator>alvaro fdez</dc:creator>
  <cp:lastModifiedBy>Alexander Kalis</cp:lastModifiedBy>
  <cp:revision>28</cp:revision>
  <dcterms:created xsi:type="dcterms:W3CDTF">2017-12-23T10:41:15Z</dcterms:created>
  <dcterms:modified xsi:type="dcterms:W3CDTF">2018-12-12T18:25:55Z</dcterms:modified>
</cp:coreProperties>
</file>